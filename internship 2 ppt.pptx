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C8C17-55D2-4E6C-B4E0-64FA68A4BFA2}" v="1" dt="2026-03-20T11:51:55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2300477" y="1991944"/>
            <a:ext cx="5551170" cy="19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2400300" y="2535808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 h="120000" extrusionOk="0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57150" cap="flat" cmpd="sng">
            <a:solidFill>
              <a:srgbClr val="E7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9790048" y="2508122"/>
            <a:ext cx="2402205" cy="57150"/>
          </a:xfrm>
          <a:custGeom>
            <a:avLst/>
            <a:gdLst/>
            <a:ahLst/>
            <a:cxnLst/>
            <a:rect l="l" t="t" r="r" b="b"/>
            <a:pathLst>
              <a:path w="2402204" h="57150" extrusionOk="0">
                <a:moveTo>
                  <a:pt x="2401951" y="0"/>
                </a:moveTo>
                <a:lnTo>
                  <a:pt x="0" y="0"/>
                </a:lnTo>
                <a:lnTo>
                  <a:pt x="0" y="57150"/>
                </a:lnTo>
                <a:lnTo>
                  <a:pt x="2401951" y="57150"/>
                </a:lnTo>
                <a:lnTo>
                  <a:pt x="2401951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00477" y="1991944"/>
            <a:ext cx="5551170" cy="19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10029570" y="5773165"/>
            <a:ext cx="2162810" cy="57150"/>
          </a:xfrm>
          <a:custGeom>
            <a:avLst/>
            <a:gdLst/>
            <a:ahLst/>
            <a:cxnLst/>
            <a:rect l="l" t="t" r="r" b="b"/>
            <a:pathLst>
              <a:path w="2162809" h="57150" extrusionOk="0">
                <a:moveTo>
                  <a:pt x="2162429" y="0"/>
                </a:moveTo>
                <a:lnTo>
                  <a:pt x="0" y="0"/>
                </a:lnTo>
                <a:lnTo>
                  <a:pt x="0" y="57150"/>
                </a:lnTo>
                <a:lnTo>
                  <a:pt x="2162429" y="57150"/>
                </a:lnTo>
                <a:lnTo>
                  <a:pt x="2162429" y="0"/>
                </a:lnTo>
                <a:close/>
              </a:path>
            </a:pathLst>
          </a:custGeom>
          <a:solidFill>
            <a:srgbClr val="BD927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2300476" y="1991944"/>
            <a:ext cx="6401071" cy="19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6050" rIns="0" bIns="0" anchor="t" anchorCtr="0">
            <a:spAutoFit/>
          </a:bodyPr>
          <a:lstStyle/>
          <a:p>
            <a:pPr marL="12700" marR="5080" lvl="0" indent="0" algn="l" rtl="0">
              <a:lnSpc>
                <a:spcPct val="7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INTERNSHIP REPORT</a:t>
            </a:r>
            <a:endParaRPr dirty="0"/>
          </a:p>
        </p:txBody>
      </p:sp>
      <p:sp>
        <p:nvSpPr>
          <p:cNvPr id="47" name="Google Shape;47;p7"/>
          <p:cNvSpPr txBox="1"/>
          <p:nvPr/>
        </p:nvSpPr>
        <p:spPr>
          <a:xfrm>
            <a:off x="2314448" y="4734814"/>
            <a:ext cx="5723400" cy="80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dirty="0"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lang="en-IN" sz="2250" dirty="0"/>
              <a:t>J Sai Chandu</a:t>
            </a:r>
            <a:endParaRPr dirty="0"/>
          </a:p>
          <a:p>
            <a:pPr marL="12700" lvl="0" indent="0" algn="l" rtl="0">
              <a:lnSpc>
                <a:spcPct val="113333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250" b="1" dirty="0">
                <a:latin typeface="Arial"/>
                <a:ea typeface="Arial"/>
                <a:cs typeface="Arial"/>
                <a:sym typeface="Arial"/>
              </a:rPr>
              <a:t>Register Number: </a:t>
            </a:r>
            <a:r>
              <a:rPr lang="en-US" sz="2250" dirty="0">
                <a:latin typeface="Arial"/>
                <a:ea typeface="Arial"/>
                <a:cs typeface="Arial"/>
                <a:sym typeface="Arial"/>
              </a:rPr>
              <a:t>192211216</a:t>
            </a:r>
            <a:endParaRPr sz="225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476" y="156489"/>
            <a:ext cx="3408426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5355" y="156489"/>
            <a:ext cx="3399154" cy="9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3073775"/>
            <a:ext cx="3429000" cy="3784600"/>
          </a:xfrm>
          <a:custGeom>
            <a:avLst/>
            <a:gdLst/>
            <a:ahLst/>
            <a:cxnLst/>
            <a:rect l="l" t="t" r="r" b="b"/>
            <a:pathLst>
              <a:path w="3048000" h="3784600" extrusionOk="0">
                <a:moveTo>
                  <a:pt x="3048000" y="0"/>
                </a:moveTo>
                <a:lnTo>
                  <a:pt x="0" y="0"/>
                </a:lnTo>
                <a:lnTo>
                  <a:pt x="0" y="3784219"/>
                </a:lnTo>
                <a:lnTo>
                  <a:pt x="3048000" y="3784219"/>
                </a:lnTo>
                <a:lnTo>
                  <a:pt x="3048000" y="0"/>
                </a:lnTo>
                <a:close/>
              </a:path>
            </a:pathLst>
          </a:custGeom>
          <a:solidFill>
            <a:srgbClr val="D0CD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5" name="Google Shape;55;p8"/>
          <p:cNvGrpSpPr/>
          <p:nvPr/>
        </p:nvGrpSpPr>
        <p:grpSpPr>
          <a:xfrm>
            <a:off x="-33975" y="0"/>
            <a:ext cx="3462971" cy="3084125"/>
            <a:chOff x="0" y="889"/>
            <a:chExt cx="3087803" cy="3084125"/>
          </a:xfrm>
        </p:grpSpPr>
        <p:sp>
          <p:nvSpPr>
            <p:cNvPr id="56" name="Google Shape;56;p8"/>
            <p:cNvSpPr/>
            <p:nvPr/>
          </p:nvSpPr>
          <p:spPr>
            <a:xfrm>
              <a:off x="0" y="889"/>
              <a:ext cx="3048000" cy="3016250"/>
            </a:xfrm>
            <a:custGeom>
              <a:avLst/>
              <a:gdLst/>
              <a:ahLst/>
              <a:cxnLst/>
              <a:rect l="l" t="t" r="r" b="b"/>
              <a:pathLst>
                <a:path w="3048000" h="3016250" extrusionOk="0">
                  <a:moveTo>
                    <a:pt x="3048000" y="0"/>
                  </a:moveTo>
                  <a:lnTo>
                    <a:pt x="0" y="0"/>
                  </a:lnTo>
                  <a:lnTo>
                    <a:pt x="0" y="3015742"/>
                  </a:lnTo>
                  <a:lnTo>
                    <a:pt x="3048000" y="3015742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D0CD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0" y="3016631"/>
              <a:ext cx="3049270" cy="57150"/>
            </a:xfrm>
            <a:custGeom>
              <a:avLst/>
              <a:gdLst/>
              <a:ahLst/>
              <a:cxnLst/>
              <a:rect l="l" t="t" r="r" b="b"/>
              <a:pathLst>
                <a:path w="3049270" h="57150" extrusionOk="0">
                  <a:moveTo>
                    <a:pt x="3048762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048762" y="57150"/>
                  </a:lnTo>
                  <a:lnTo>
                    <a:pt x="3048762" y="0"/>
                  </a:lnTo>
                  <a:close/>
                </a:path>
              </a:pathLst>
            </a:custGeom>
            <a:solidFill>
              <a:srgbClr val="ECE9E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" name="Google Shape;58;p8"/>
            <p:cNvSpPr/>
            <p:nvPr/>
          </p:nvSpPr>
          <p:spPr>
            <a:xfrm rot="10800000" flipH="1">
              <a:off x="14133" y="3005704"/>
              <a:ext cx="3073670" cy="79310"/>
            </a:xfrm>
            <a:custGeom>
              <a:avLst/>
              <a:gdLst/>
              <a:ahLst/>
              <a:cxnLst/>
              <a:rect l="l" t="t" r="r" b="b"/>
              <a:pathLst>
                <a:path w="1217295" h="57785" extrusionOk="0">
                  <a:moveTo>
                    <a:pt x="1216914" y="0"/>
                  </a:moveTo>
                  <a:lnTo>
                    <a:pt x="0" y="381"/>
                  </a:lnTo>
                  <a:lnTo>
                    <a:pt x="0" y="57531"/>
                  </a:lnTo>
                  <a:lnTo>
                    <a:pt x="1216914" y="57150"/>
                  </a:lnTo>
                  <a:lnTo>
                    <a:pt x="1216914" y="0"/>
                  </a:lnTo>
                  <a:close/>
                </a:path>
              </a:pathLst>
            </a:custGeom>
            <a:solidFill>
              <a:srgbClr val="3A454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9" name="Google Shape;59;p8"/>
          <p:cNvSpPr txBox="1"/>
          <p:nvPr/>
        </p:nvSpPr>
        <p:spPr>
          <a:xfrm>
            <a:off x="319775" y="1361050"/>
            <a:ext cx="38100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975" rIns="0" bIns="0" anchor="t" anchorCtr="0">
            <a:spAutoFit/>
          </a:bodyPr>
          <a:lstStyle/>
          <a:p>
            <a:pPr marL="12700" marR="5080" lvl="0" indent="0" algn="l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903175" y="1112400"/>
            <a:ext cx="42129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About th</a:t>
            </a:r>
            <a:r>
              <a:rPr lang="en-US" sz="2200" b="1">
                <a:solidFill>
                  <a:srgbClr val="3A4546"/>
                </a:solidFill>
              </a:rPr>
              <a:t>e </a:t>
            </a: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Organization.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4903166" y="1864101"/>
            <a:ext cx="5593200" cy="138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SkillEntrix</a:t>
            </a:r>
            <a:r>
              <a:rPr lang="en-US" sz="1600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 is a company </a:t>
            </a:r>
            <a:r>
              <a:rPr lang="en-US" sz="1600" dirty="0"/>
              <a:t>startup and private limited company focused on bridging the gap between education and industry</a:t>
            </a:r>
            <a:r>
              <a:rPr lang="en-US" sz="1600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, providing students with hands-on experience in real-world projects.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4903169" y="4223647"/>
            <a:ext cx="39198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The department I worked in.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69265" lvl="0" indent="-328930" algn="l" rtl="0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Web Development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 extrusionOk="0">
                <a:moveTo>
                  <a:pt x="12192000" y="0"/>
                </a:moveTo>
                <a:lnTo>
                  <a:pt x="0" y="0"/>
                </a:lnTo>
                <a:lnTo>
                  <a:pt x="0" y="3048000"/>
                </a:lnTo>
                <a:lnTo>
                  <a:pt x="12192000" y="304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9550" rIns="0" bIns="0" anchor="t" anchorCtr="0">
            <a:spAutoFit/>
          </a:bodyPr>
          <a:lstStyle/>
          <a:p>
            <a:pPr marL="184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ECE9E6"/>
                </a:solidFill>
              </a:rPr>
              <a:t>INTERNSHIP OBJECTIVES</a:t>
            </a:r>
            <a:endParaRPr sz="3800"/>
          </a:p>
        </p:txBody>
      </p:sp>
      <p:sp>
        <p:nvSpPr>
          <p:cNvPr id="71" name="Google Shape;71;p9"/>
          <p:cNvSpPr txBox="1"/>
          <p:nvPr/>
        </p:nvSpPr>
        <p:spPr>
          <a:xfrm>
            <a:off x="635926" y="3833378"/>
            <a:ext cx="44007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Primary objectives of internship..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10046" y="3503167"/>
            <a:ext cx="375031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508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Hoped to achieve during the internship.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9"/>
          <p:cNvGrpSpPr/>
          <p:nvPr/>
        </p:nvGrpSpPr>
        <p:grpSpPr>
          <a:xfrm>
            <a:off x="97411" y="156489"/>
            <a:ext cx="11997140" cy="955903"/>
            <a:chOff x="97411" y="156489"/>
            <a:chExt cx="11997140" cy="955903"/>
          </a:xfrm>
        </p:grpSpPr>
        <p:pic>
          <p:nvPicPr>
            <p:cNvPr id="74" name="Google Shape;74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261216" y="156489"/>
              <a:ext cx="833335" cy="955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7411" y="156489"/>
              <a:ext cx="1159497" cy="9559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9"/>
          <p:cNvSpPr txBox="1"/>
          <p:nvPr/>
        </p:nvSpPr>
        <p:spPr>
          <a:xfrm>
            <a:off x="635914" y="4792472"/>
            <a:ext cx="4775200" cy="25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Gain industry-level exposure in web development.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635914" y="5242940"/>
            <a:ext cx="4308475" cy="50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Collaborate on real-time projects using HTML, PHP, MySQL program.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6360414" y="4690998"/>
            <a:ext cx="418782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Enhance coding and problem-solving skills.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6360414" y="5141467"/>
            <a:ext cx="40551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Understand project development lifecycle.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6360414" y="5592267"/>
            <a:ext cx="46088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Build a functional and impactful web application.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2400300" y="2508122"/>
            <a:ext cx="9791953" cy="57150"/>
            <a:chOff x="2400300" y="2508122"/>
            <a:chExt cx="9791953" cy="57150"/>
          </a:xfrm>
        </p:grpSpPr>
        <p:sp>
          <p:nvSpPr>
            <p:cNvPr id="86" name="Google Shape;86;p10"/>
            <p:cNvSpPr/>
            <p:nvPr/>
          </p:nvSpPr>
          <p:spPr>
            <a:xfrm>
              <a:off x="2400300" y="2535808"/>
              <a:ext cx="7391400" cy="0"/>
            </a:xfrm>
            <a:custGeom>
              <a:avLst/>
              <a:gdLst/>
              <a:ahLst/>
              <a:cxnLst/>
              <a:rect l="l" t="t" r="r" b="b"/>
              <a:pathLst>
                <a:path w="7391400" h="120000" extrusionOk="0">
                  <a:moveTo>
                    <a:pt x="0" y="0"/>
                  </a:moveTo>
                  <a:lnTo>
                    <a:pt x="7391400" y="0"/>
                  </a:lnTo>
                </a:path>
              </a:pathLst>
            </a:custGeom>
            <a:noFill/>
            <a:ln w="57150" cap="flat" cmpd="sng">
              <a:solidFill>
                <a:srgbClr val="E7E6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9790048" y="2508122"/>
              <a:ext cx="2402205" cy="57150"/>
            </a:xfrm>
            <a:custGeom>
              <a:avLst/>
              <a:gdLst/>
              <a:ahLst/>
              <a:cxnLst/>
              <a:rect l="l" t="t" r="r" b="b"/>
              <a:pathLst>
                <a:path w="2402204" h="57150" extrusionOk="0">
                  <a:moveTo>
                    <a:pt x="2401951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401951" y="57150"/>
                  </a:lnTo>
                  <a:lnTo>
                    <a:pt x="2401951" y="0"/>
                  </a:lnTo>
                  <a:close/>
                </a:path>
              </a:pathLst>
            </a:custGeom>
            <a:solidFill>
              <a:srgbClr val="3A454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924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3A4546"/>
                </a:solidFill>
              </a:rPr>
              <a:t>WORK RESPONSIBILITIES</a:t>
            </a:r>
            <a:endParaRPr sz="4350"/>
          </a:p>
        </p:txBody>
      </p:sp>
      <p:sp>
        <p:nvSpPr>
          <p:cNvPr id="89" name="Google Shape;89;p10"/>
          <p:cNvSpPr txBox="1"/>
          <p:nvPr/>
        </p:nvSpPr>
        <p:spPr>
          <a:xfrm>
            <a:off x="339039" y="2870707"/>
            <a:ext cx="4140835" cy="125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82880" marR="885189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Projects I worked on or assisted with.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23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ProTeam: Team management portal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6569202" y="2860039"/>
            <a:ext cx="5290185" cy="334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My main tasks and responsibilities.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Designing and developing student profile creation and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163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interest-tagging features.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Implementing intelligent match-making logic.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Creating real-time messaging features.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Collaborating with the tech team using technologies like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HTML, PHP, MySQL.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3962400" y="635"/>
            <a:ext cx="8229600" cy="6857365"/>
          </a:xfrm>
          <a:custGeom>
            <a:avLst/>
            <a:gdLst/>
            <a:ahLst/>
            <a:cxnLst/>
            <a:rect l="l" t="t" r="r" b="b"/>
            <a:pathLst>
              <a:path w="8229600" h="6857365" extrusionOk="0">
                <a:moveTo>
                  <a:pt x="8229600" y="0"/>
                </a:moveTo>
                <a:lnTo>
                  <a:pt x="0" y="0"/>
                </a:lnTo>
                <a:lnTo>
                  <a:pt x="0" y="6857110"/>
                </a:lnTo>
                <a:lnTo>
                  <a:pt x="8229600" y="6857110"/>
                </a:lnTo>
                <a:lnTo>
                  <a:pt x="82296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98" name="Google Shape;98;p11"/>
          <p:cNvGrpSpPr/>
          <p:nvPr/>
        </p:nvGrpSpPr>
        <p:grpSpPr>
          <a:xfrm>
            <a:off x="0" y="2486112"/>
            <a:ext cx="3962591" cy="40165"/>
            <a:chOff x="0" y="2486025"/>
            <a:chExt cx="5638291" cy="57150"/>
          </a:xfrm>
        </p:grpSpPr>
        <p:sp>
          <p:nvSpPr>
            <p:cNvPr id="99" name="Google Shape;99;p11"/>
            <p:cNvSpPr/>
            <p:nvPr/>
          </p:nvSpPr>
          <p:spPr>
            <a:xfrm>
              <a:off x="0" y="2486025"/>
              <a:ext cx="3963670" cy="57150"/>
            </a:xfrm>
            <a:custGeom>
              <a:avLst/>
              <a:gdLst/>
              <a:ahLst/>
              <a:cxnLst/>
              <a:rect l="l" t="t" r="r" b="b"/>
              <a:pathLst>
                <a:path w="3963670" h="57150" extrusionOk="0">
                  <a:moveTo>
                    <a:pt x="3963162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963162" y="57150"/>
                  </a:lnTo>
                  <a:lnTo>
                    <a:pt x="3963162" y="0"/>
                  </a:lnTo>
                  <a:close/>
                </a:path>
              </a:pathLst>
            </a:custGeom>
            <a:solidFill>
              <a:srgbClr val="BD92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64"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3961891" y="2514600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 h="120000" extrusionOk="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40175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64"/>
            </a:p>
          </p:txBody>
        </p:sp>
      </p:grpSp>
      <p:sp>
        <p:nvSpPr>
          <p:cNvPr id="101" name="Google Shape;101;p11"/>
          <p:cNvSpPr txBox="1"/>
          <p:nvPr/>
        </p:nvSpPr>
        <p:spPr>
          <a:xfrm>
            <a:off x="35450" y="2695775"/>
            <a:ext cx="4142700" cy="10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450" rIns="0" bIns="0" anchor="t" anchorCtr="0">
            <a:spAutoFit/>
          </a:bodyPr>
          <a:lstStyle/>
          <a:p>
            <a:pPr marL="12700" marR="5080" lvl="0" indent="0" algn="l" rtl="0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566852"/>
                </a:solidFill>
                <a:latin typeface="Arial"/>
                <a:ea typeface="Arial"/>
                <a:cs typeface="Arial"/>
                <a:sym typeface="Arial"/>
              </a:rPr>
              <a:t>CHALLENGES AND SOLUTIONS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5584316" y="1195578"/>
            <a:ext cx="5476974" cy="350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EC5B2A"/>
                </a:solidFill>
                <a:latin typeface="Arial"/>
                <a:ea typeface="Arial"/>
                <a:cs typeface="Arial"/>
                <a:sym typeface="Arial"/>
              </a:rPr>
              <a:t>Challenges I faced during my Internship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5584316" y="2158746"/>
            <a:ext cx="6468110" cy="3919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and Data privacy compliance.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Maintaining Audit trails and system logs.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67994" lvl="0" indent="0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How I addressed or overcame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67994" lvl="0" indent="0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them.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Participated in internal team discussions.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Studied documentation and sought help from mentors.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Practiced solving related problems to improve understanding.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2"/>
          <p:cNvGrpSpPr/>
          <p:nvPr/>
        </p:nvGrpSpPr>
        <p:grpSpPr>
          <a:xfrm>
            <a:off x="862137" y="2527173"/>
            <a:ext cx="10758424" cy="1524"/>
            <a:chOff x="716787" y="2527173"/>
            <a:chExt cx="10758424" cy="1524"/>
          </a:xfrm>
        </p:grpSpPr>
        <p:sp>
          <p:nvSpPr>
            <p:cNvPr id="112" name="Google Shape;112;p12"/>
            <p:cNvSpPr/>
            <p:nvPr/>
          </p:nvSpPr>
          <p:spPr>
            <a:xfrm>
              <a:off x="716787" y="2527173"/>
              <a:ext cx="6384925" cy="0"/>
            </a:xfrm>
            <a:custGeom>
              <a:avLst/>
              <a:gdLst/>
              <a:ahLst/>
              <a:cxnLst/>
              <a:rect l="l" t="t" r="r" b="b"/>
              <a:pathLst>
                <a:path w="6384925" h="120000" extrusionOk="0">
                  <a:moveTo>
                    <a:pt x="0" y="0"/>
                  </a:moveTo>
                  <a:lnTo>
                    <a:pt x="6384544" y="0"/>
                  </a:lnTo>
                </a:path>
              </a:pathLst>
            </a:custGeom>
            <a:noFill/>
            <a:ln w="57150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7101331" y="2528697"/>
              <a:ext cx="4373880" cy="0"/>
            </a:xfrm>
            <a:custGeom>
              <a:avLst/>
              <a:gdLst/>
              <a:ahLst/>
              <a:cxnLst/>
              <a:rect l="l" t="t" r="r" b="b"/>
              <a:pathLst>
                <a:path w="4373880" h="120000" extrusionOk="0">
                  <a:moveTo>
                    <a:pt x="0" y="0"/>
                  </a:moveTo>
                  <a:lnTo>
                    <a:pt x="4373880" y="0"/>
                  </a:lnTo>
                </a:path>
              </a:pathLst>
            </a:custGeom>
            <a:noFill/>
            <a:ln w="57150" cap="flat" cmpd="sng">
              <a:solidFill>
                <a:srgbClr val="3A45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4" name="Google Shape;114;p12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9850" rIns="0" bIns="0" anchor="t" anchorCtr="0">
            <a:spAutoFit/>
          </a:bodyPr>
          <a:lstStyle/>
          <a:p>
            <a:pPr marL="23685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3A4546"/>
                </a:solidFill>
              </a:rPr>
              <a:t>SKILLS GAINED AND KNOWLEDGE ACQUIRED</a:t>
            </a:r>
            <a:endParaRPr sz="2350"/>
          </a:p>
        </p:txBody>
      </p:sp>
      <p:sp>
        <p:nvSpPr>
          <p:cNvPr id="115" name="Google Shape;115;p12"/>
          <p:cNvSpPr txBox="1"/>
          <p:nvPr/>
        </p:nvSpPr>
        <p:spPr>
          <a:xfrm>
            <a:off x="8321420" y="2989021"/>
            <a:ext cx="207200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Pictures if any..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4367276" y="3000248"/>
            <a:ext cx="2806065" cy="10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5080" lvl="0" indent="0" algn="l" rtl="0">
              <a:lnSpc>
                <a:spcPct val="9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The professional and personal skills I developed.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486562" y="3000248"/>
            <a:ext cx="329057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508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Tools, software, or methodologies I learned.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/>
          <p:nvPr/>
        </p:nvSpPr>
        <p:spPr>
          <a:xfrm>
            <a:off x="443890" y="4625085"/>
            <a:ext cx="3451225" cy="109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HTML, MySQL, Visual studio, postman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Git &amp; GitHub for version control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078604" y="4368800"/>
            <a:ext cx="3123565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Team collaboration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Time management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Debugging and optimization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6.png">
            <a:extLst>
              <a:ext uri="{FF2B5EF4-FFF2-40B4-BE49-F238E27FC236}">
                <a16:creationId xmlns:a16="http://schemas.microsoft.com/office/drawing/2014/main" id="{578D4347-9322-FCD0-B638-BC43217A5681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7572294" y="4050203"/>
            <a:ext cx="3946906" cy="18520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/>
        </p:nvSpPr>
        <p:spPr>
          <a:xfrm>
            <a:off x="0" y="-68826"/>
            <a:ext cx="12192000" cy="6926826"/>
          </a:xfrm>
          <a:custGeom>
            <a:avLst/>
            <a:gdLst/>
            <a:ahLst/>
            <a:cxnLst/>
            <a:rect l="l" t="t" r="r" b="b"/>
            <a:pathLst>
              <a:path w="12192000" h="5413375" extrusionOk="0">
                <a:moveTo>
                  <a:pt x="12192000" y="0"/>
                </a:moveTo>
                <a:lnTo>
                  <a:pt x="0" y="0"/>
                </a:lnTo>
                <a:lnTo>
                  <a:pt x="0" y="5413248"/>
                </a:lnTo>
                <a:lnTo>
                  <a:pt x="12192000" y="54132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grpSp>
        <p:nvGrpSpPr>
          <p:cNvPr id="128" name="Google Shape;128;p13"/>
          <p:cNvGrpSpPr/>
          <p:nvPr/>
        </p:nvGrpSpPr>
        <p:grpSpPr>
          <a:xfrm>
            <a:off x="677159" y="1652816"/>
            <a:ext cx="8525835" cy="45719"/>
            <a:chOff x="723379" y="2523744"/>
            <a:chExt cx="11468620" cy="0"/>
          </a:xfrm>
        </p:grpSpPr>
        <p:sp>
          <p:nvSpPr>
            <p:cNvPr id="129" name="Google Shape;129;p13"/>
            <p:cNvSpPr/>
            <p:nvPr/>
          </p:nvSpPr>
          <p:spPr>
            <a:xfrm>
              <a:off x="4267199" y="2523744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120000" extrusionOk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noFill/>
            <a:ln w="57150" cap="flat" cmpd="sng">
              <a:solidFill>
                <a:srgbClr val="BD92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723379" y="2523744"/>
              <a:ext cx="3543935" cy="0"/>
            </a:xfrm>
            <a:custGeom>
              <a:avLst/>
              <a:gdLst/>
              <a:ahLst/>
              <a:cxnLst/>
              <a:rect l="l" t="t" r="r" b="b"/>
              <a:pathLst>
                <a:path w="3543935" h="120000" extrusionOk="0">
                  <a:moveTo>
                    <a:pt x="0" y="0"/>
                  </a:moveTo>
                  <a:lnTo>
                    <a:pt x="3543820" y="0"/>
                  </a:lnTo>
                </a:path>
              </a:pathLst>
            </a:custGeom>
            <a:noFill/>
            <a:ln w="57150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5150" rIns="0" bIns="0" anchor="t" anchorCtr="0">
            <a:spAutoFit/>
          </a:bodyPr>
          <a:lstStyle/>
          <a:p>
            <a:pPr marL="2044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 TO THE ORGANIZATION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6273800" y="2749676"/>
            <a:ext cx="4719955" cy="182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1045844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Feedback received from my supervisor or team.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782320" marR="5080" lvl="0" indent="-329564" algn="l" rtl="0">
              <a:lnSpc>
                <a:spcPct val="1394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Appreciated for commitment, proactiveness, and technical contribution.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397560" y="2745739"/>
            <a:ext cx="4671060" cy="222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297815" marR="6731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How my work added value to the organization.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97815" lvl="0" indent="-2851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Developed critical features in the ProTeam.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Helped enhance user experience through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Handling academic projects.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6317615" y="0"/>
            <a:ext cx="5874385" cy="6858000"/>
            <a:chOff x="6317615" y="0"/>
            <a:chExt cx="5874385" cy="6858000"/>
          </a:xfrm>
        </p:grpSpPr>
        <p:sp>
          <p:nvSpPr>
            <p:cNvPr id="141" name="Google Shape;141;p14"/>
            <p:cNvSpPr/>
            <p:nvPr/>
          </p:nvSpPr>
          <p:spPr>
            <a:xfrm>
              <a:off x="8115300" y="0"/>
              <a:ext cx="4076700" cy="6858000"/>
            </a:xfrm>
            <a:custGeom>
              <a:avLst/>
              <a:gdLst/>
              <a:ahLst/>
              <a:cxnLst/>
              <a:rect l="l" t="t" r="r" b="b"/>
              <a:pathLst>
                <a:path w="4076700" h="6858000" extrusionOk="0">
                  <a:moveTo>
                    <a:pt x="4076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76700" y="6858000"/>
                  </a:lnTo>
                  <a:lnTo>
                    <a:pt x="4076700" y="0"/>
                  </a:lnTo>
                  <a:close/>
                </a:path>
              </a:pathLst>
            </a:custGeom>
            <a:solidFill>
              <a:srgbClr val="D0CD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6317615" y="4565269"/>
              <a:ext cx="1797685" cy="0"/>
            </a:xfrm>
            <a:custGeom>
              <a:avLst/>
              <a:gdLst/>
              <a:ahLst/>
              <a:cxnLst/>
              <a:rect l="l" t="t" r="r" b="b"/>
              <a:pathLst>
                <a:path w="1797684" h="120000" extrusionOk="0">
                  <a:moveTo>
                    <a:pt x="0" y="0"/>
                  </a:moveTo>
                  <a:lnTo>
                    <a:pt x="1797685" y="0"/>
                  </a:lnTo>
                </a:path>
              </a:pathLst>
            </a:custGeom>
            <a:noFill/>
            <a:ln w="57150" cap="flat" cmpd="sng">
              <a:solidFill>
                <a:srgbClr val="3A45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8114792" y="4564888"/>
              <a:ext cx="4061460" cy="0"/>
            </a:xfrm>
            <a:custGeom>
              <a:avLst/>
              <a:gdLst/>
              <a:ahLst/>
              <a:cxnLst/>
              <a:rect l="l" t="t" r="r" b="b"/>
              <a:pathLst>
                <a:path w="4061459" h="120000" extrusionOk="0">
                  <a:moveTo>
                    <a:pt x="0" y="0"/>
                  </a:moveTo>
                  <a:lnTo>
                    <a:pt x="4061205" y="0"/>
                  </a:lnTo>
                </a:path>
              </a:pathLst>
            </a:custGeom>
            <a:noFill/>
            <a:ln w="57150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</p:grpSp>
      <p:sp>
        <p:nvSpPr>
          <p:cNvPr id="144" name="Google Shape;144;p14"/>
          <p:cNvSpPr txBox="1"/>
          <p:nvPr/>
        </p:nvSpPr>
        <p:spPr>
          <a:xfrm>
            <a:off x="6251194" y="2476245"/>
            <a:ext cx="4247515" cy="78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xfrm>
            <a:off x="443890" y="1120521"/>
            <a:ext cx="53664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Summarization of </a:t>
            </a:r>
            <a:r>
              <a:rPr lang="en-US" sz="2200" b="1">
                <a:solidFill>
                  <a:srgbClr val="3A4546"/>
                </a:solidFill>
              </a:rPr>
              <a:t>I</a:t>
            </a: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nternship </a:t>
            </a:r>
            <a:r>
              <a:rPr lang="en-US" sz="2000" b="1">
                <a:solidFill>
                  <a:srgbClr val="3A4546"/>
                </a:solidFill>
              </a:rPr>
              <a:t>E</a:t>
            </a: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xperience.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522418" y="1910638"/>
            <a:ext cx="4563000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just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The internship was a valuable learning experience that helped me improve my Web development skills and apply them in a meaningful project.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70738" y="3718940"/>
            <a:ext cx="5572125" cy="26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Reflect on how the internship aligned with my career goals.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70991" y="4636414"/>
            <a:ext cx="4465955" cy="10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Strongly aligned with my goal of becoming a Web developer and contributing to impactful tech solutions.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0020300" h="6858000" extrusionOk="0">
                <a:moveTo>
                  <a:pt x="10020300" y="0"/>
                </a:moveTo>
                <a:lnTo>
                  <a:pt x="0" y="0"/>
                </a:lnTo>
                <a:lnTo>
                  <a:pt x="0" y="6858000"/>
                </a:lnTo>
                <a:lnTo>
                  <a:pt x="10020300" y="6858000"/>
                </a:lnTo>
                <a:lnTo>
                  <a:pt x="100203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1688083" y="1161364"/>
            <a:ext cx="7042962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ATTACHMENTS</a:t>
            </a:r>
            <a:endParaRPr sz="7200" dirty="0"/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1256908" y="2500749"/>
            <a:ext cx="5182237" cy="275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1530985" lvl="0" indent="0" algn="l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Internship Completion Certificate </a:t>
            </a:r>
            <a:r>
              <a:rPr lang="en-US" sz="16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Issued by:</a:t>
            </a:r>
            <a:r>
              <a:rPr lang="en-US" sz="1600" b="1" dirty="0">
                <a:solidFill>
                  <a:srgbClr val="FF0000"/>
                </a:solidFill>
              </a:rPr>
              <a:t> SKILLENTRIX TECHNOLOGIES</a:t>
            </a:r>
            <a:endParaRPr dirty="0"/>
          </a:p>
          <a:p>
            <a:pPr marL="12700" marR="1530985" lvl="0" indent="0" algn="l" rtl="0">
              <a:lnSpc>
                <a:spcPct val="1391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Duration: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20/12/2025 to 20/02/2026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Highlights: 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 completion of a web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87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Development Internship. Worked on real-time applications and technologies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HTML, MySQL, Visual studio, PHP, etc..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802247" y="2302949"/>
            <a:ext cx="4458970" cy="275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Project Completion Certificate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Project Title: Travel Planner</a:t>
            </a:r>
          </a:p>
          <a:p>
            <a:pPr marL="1270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Completion Date: </a:t>
            </a:r>
            <a:r>
              <a:rPr lang="en-US" sz="1600" dirty="0">
                <a:solidFill>
                  <a:srgbClr val="FFFFFF"/>
                </a:solidFill>
              </a:rPr>
              <a:t>20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lang="en-US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february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47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Description: 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Developed a travel planner web development  streamline student collaboration for academic and technical projects.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12700" marR="55880" lvl="0" indent="0" algn="just" rtl="0">
              <a:lnSpc>
                <a:spcPct val="1421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 included user registration, project posting, skill and interest tagging, intelligent team matching, and a real-time chat module for seamless communication.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title"/>
          </p:nvPr>
        </p:nvSpPr>
        <p:spPr>
          <a:xfrm>
            <a:off x="2758567" y="3358972"/>
            <a:ext cx="5944870" cy="124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4546"/>
                </a:solidFill>
              </a:rPr>
              <a:t>THANK YOU</a:t>
            </a:r>
            <a:endParaRPr sz="8000" dirty="0"/>
          </a:p>
        </p:txBody>
      </p:sp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Widescreen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About the Organization.</vt:lpstr>
      <vt:lpstr>INTERNSHIP OBJECTIVES</vt:lpstr>
      <vt:lpstr>WORK RESPONSIBILITIES</vt:lpstr>
      <vt:lpstr>PowerPoint Presentation</vt:lpstr>
      <vt:lpstr>SKILLS GAINED AND KNOWLEDGE ACQUIRED</vt:lpstr>
      <vt:lpstr>CONTRIBUTION TO THE ORGANIZATION</vt:lpstr>
      <vt:lpstr>Summarization of Internship Experience.</vt:lpstr>
      <vt:lpstr>ATTACHMENTS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Mahe J</dc:creator>
  <cp:lastModifiedBy>Mahe J</cp:lastModifiedBy>
  <cp:revision>2</cp:revision>
  <dcterms:modified xsi:type="dcterms:W3CDTF">2026-03-20T12:00:38Z</dcterms:modified>
</cp:coreProperties>
</file>